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ARTIFICIAL INTELLIGENCE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Urban Commuting Assistant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Sarvesh R (240701478)  •  Rittick V (240701432)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Year, Computer Science and Engineering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Engineering College, Chennai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Mrs. Deepa  |  October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Motivation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 | 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Commutes are hit by congestion, incidents, weather, road works and stale information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 is not the shortest path, but a sensible route for the current journey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is a web app that makes journey planning clearer and more responsive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must show uncertainty when data is incomplete or stale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 | 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6B1FA0"/>
          </a:solidFill>
          <a:ln w="12700">
            <a:solidFill>
              <a:srgbClr val="6B1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problem: origin, destination, paths, costs, constraints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web architecture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search and route-cost methods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requirements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validation plan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Prototype-level web application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implemented behaviour, not future platform ideas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traffic, GPS and prediction claims need evidence before being stated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 | 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1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network G = (V, E)     Path cost  C(P) = Σ w(e) over edges e in 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junctions, E = road segments, w(e) = travel time, distance or weighted mix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feasible path from origin to destination with minimum C(P)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constraints: connected edges, one-way roads, closures; preferences only affect ranking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option: C(P) = αT(P) + βD(P) + γR(P)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 |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051560" cy="1371600"/>
          </a:xfrm>
          <a:prstGeom prst="rect">
            <a:avLst/>
          </a:prstGeom>
          <a:solidFill>
            <a:srgbClr val="1B1F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600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96596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trip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554480"/>
            <a:ext cx="1051560" cy="1371600"/>
          </a:xfrm>
          <a:prstGeom prst="rect">
            <a:avLst/>
          </a:prstGeom>
          <a:solidFill>
            <a:srgbClr val="6B1F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1600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96596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1554480"/>
            <a:ext cx="1051560" cy="1371600"/>
          </a:xfrm>
          <a:prstGeom prst="rect">
            <a:avLst/>
          </a:prstGeom>
          <a:solidFill>
            <a:srgbClr val="1B1F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600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196596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graph &amp; costs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1554480"/>
            <a:ext cx="1051560" cy="1371600"/>
          </a:xfrm>
          <a:prstGeom prst="rect">
            <a:avLst/>
          </a:prstGeom>
          <a:solidFill>
            <a:srgbClr val="6B1F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1600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196596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1554480"/>
            <a:ext cx="1051560" cy="1371600"/>
          </a:xfrm>
          <a:prstGeom prst="rect">
            <a:avLst/>
          </a:prstGeom>
          <a:solidFill>
            <a:srgbClr val="1B1F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1600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196596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rank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554480"/>
            <a:ext cx="1051560" cy="1371600"/>
          </a:xfrm>
          <a:prstGeom prst="rect">
            <a:avLst/>
          </a:prstGeom>
          <a:solidFill>
            <a:srgbClr val="6B1F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1600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196596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1554480"/>
            <a:ext cx="1051560" cy="1371600"/>
          </a:xfrm>
          <a:prstGeom prst="rect">
            <a:avLst/>
          </a:prstGeom>
          <a:solidFill>
            <a:srgbClr val="1B1F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16002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1965960"/>
            <a:ext cx="960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/ re-plan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explicit: invalid input, unreachable destination, service failure. Stale results always carry a warning or timestamp.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 | 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1051560"/>
          </a:xfrm>
          <a:prstGeom prst="rect">
            <a:avLst/>
          </a:prstGeom>
          <a:solidFill>
            <a:srgbClr val="6B1FA0"/>
          </a:solidFill>
          <a:ln w="12700">
            <a:solidFill>
              <a:srgbClr val="6B1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form, route display, status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05156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51560"/>
            <a:ext cx="73152" cy="10515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handling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and validate input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023360" cy="105156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6B1FA0"/>
          </a:solidFill>
          <a:ln w="12700">
            <a:solidFill>
              <a:srgbClr val="6B1F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service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search and cost model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2240280"/>
            <a:ext cx="4023360" cy="105156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240280"/>
            <a:ext cx="73152" cy="10515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adapter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graph, optional traffic, weather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4023360" cy="105156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29000"/>
            <a:ext cx="73152" cy="1051560"/>
          </a:xfrm>
          <a:prstGeom prst="rect">
            <a:avLst/>
          </a:prstGeom>
          <a:solidFill>
            <a:srgbClr val="6B1FA0"/>
          </a:solidFill>
          <a:ln w="12700">
            <a:solidFill>
              <a:srgbClr val="6B1FA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validator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path continuity and constraints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3429000"/>
            <a:ext cx="4023360" cy="105156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429000"/>
            <a:ext cx="73152" cy="10515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and timing, minimal location logging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Planning Methods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 |  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651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Unweighted graphs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varying edge costs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Non-negative weighted graphs; O((|V|+|E|) log |V|)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explore many nodes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 f(n)=g(n)+h(n)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graph with a good heuristic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heuristic validity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re-planning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Changing edge costs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fresh, reliable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Dijkstra for non-negative travel-time weights; A* when a consistent heuristic exists.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 |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6B1FA0"/>
          </a:solidFill>
          <a:ln w="12700">
            <a:solidFill>
              <a:srgbClr val="6B1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levels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validation, connectivity, edge cost, path reconstruction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UI request, result rendering, provider failure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Extended: boundary, accessibility, privacy, regression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planned test cases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 to 04: valid, missing and unknown input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TC-05, 06, 11: disconnected graph, known optimum, path continuity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TC-07, 10, 12: provider and stale-data failures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TC-08, 09: repeatability, mobile viewport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 execution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Evaluation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 |  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collected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validity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validator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Optimality 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Known-answer graphs or trusted solver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vs end-to-end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 engine and browser separately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requests / total requests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freshness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timestamps, if dynamic data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performance numbers are reported yet; none were measured.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Limitations and Future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 | 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6B1FA0"/>
          </a:solidFill>
          <a:ln w="12700">
            <a:solidFill>
              <a:srgbClr val="6B1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or incomplete traffic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violating road rules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ETAs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privacy exposure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 outages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4F2FA"/>
          </a:solidFill>
          <a:ln w="12700">
            <a:solidFill>
              <a:srgbClr val="F4F2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34747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554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document the current build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route evaluation and explanations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dependable dynamic data source first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and accessibility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benchmarks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F4B"/>
          </a:solidFill>
          <a:ln w="12700">
            <a:solidFill>
              <a:srgbClr val="1B1F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Flow Commute  |  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quality depends on more than the algorithm: data, location resolution, uncertainty and validation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 plus Dijkstra or A* gives a sound, testable foundation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run the test plan and add real screenshots and measurements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https://smart-flow-commute.lovable.app/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Flow Commute</dc:title>
  <dc:subject>PptxGenJS Presentation</dc:subject>
  <dc:creator>Sarvesh R, Rittick V</dc:creator>
  <cp:lastModifiedBy>Sarvesh R, Rittick V</cp:lastModifiedBy>
  <cp:revision>1</cp:revision>
  <dcterms:created xsi:type="dcterms:W3CDTF">2026-10-23T06:40:13Z</dcterms:created>
  <dcterms:modified xsi:type="dcterms:W3CDTF">2026-10-23T06:40:13Z</dcterms:modified>
</cp:coreProperties>
</file>